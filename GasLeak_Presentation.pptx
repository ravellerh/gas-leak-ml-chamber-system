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Gas Leak Sensor ML Rebuild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EF"/>
                </a:solidFill>
              </a:defRPr>
            </a:pPr>
            <a:r>
              <a:t>Production-oriented roadmap for sensor-array gas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99048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ESP32-S3 + 8 MQ Sensor Array + TensorFlow Lite Micro + LoRa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Source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This deck summarizes the latest project documentation, not the older three-class prototype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design.md: system architecture, firmware contract, payload, risks, chamber design, and ML roadmap.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documentation.md: client-facing explanation, model method, chamber plan, safety notes, and acceptance criteria.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session_notes.md: current continuation notes and decisions from the rebuild session.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todo.md: execution checklist for data, chamber, ML, firmware, gateway, and documentation work.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Gas Test Chamber Design.jpeg: mechanical chamber drawing reviewed for revision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Detect gas leaks using the combined response fingerprint of 8 MQ sensors.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Train one model per board because MQ boards behave differently.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Run inference locally on ESP32-S3 using TensorFlow Lite Micro.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Send versioned binary results through LoRa to the cluster head and gateway.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Use chamber data and calibrated references before claiming production ppm.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924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349240" cy="438912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Sensor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8 MQ voltages through ADS1256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Board-specific scaler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TFLite Micro inference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Local alarm decision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LoRa payload transmit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349240" cy="438912"/>
          </a:xfrm>
          <a:prstGeom prst="rect">
            <a:avLst/>
          </a:prstGeom>
          <a:solidFill>
            <a:srgbClr val="4A8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Network And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0312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Cluster head forwards LoRa packets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Gateway publishes upstream data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Future gateway decodes named MQTT fields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Payload stays under 64-byte transport limit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Model/scaler/payload versions are tracked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Gas Class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Stable IDs prevent firmware and dashboard churn as new chamber data is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3560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93852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methane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4144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H2S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944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butane / LPG-related gas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472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44728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propane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4048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5020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5020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Current Dataset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C9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Usable Excel datasets exist for Board1, Board3-Board7, Board9, Board10, and Board11.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Board2-2 has firmware but no matching Excel dataset; Board8 dataset is empty.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Current data mostly covers normal, methane, and butane/LPG-related rows.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No calibrated ppm labels exist yet, so ppm output is only a response proxy.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The dataset is useful for prototype validation, not production safety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Production Dataset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Collect time-series chamber data, not isolated rows.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Log session_id, board_id, gas_type, param, reference_ppm, BME280 readings, and chamber state.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Capture baseline, injection, mixing/rise, stable target ppm, recovery, and post-recovery phases.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Include false-positive vapors such as alcohol, perfume, smoke, cleaning chemicals, humid air, and exhaust-like cases.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Validate on held-out sessions or days instead of random row splits.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Model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924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349240" cy="438912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1790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Current Improvement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Input: 8 MQ voltages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Shared dense body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gas_type softmax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leak_present sigmoid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severity softmax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ppm_estimate regression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349240" cy="438912"/>
          </a:xfrm>
          <a:prstGeom prst="rect">
            <a:avLst/>
          </a:prstGeom>
          <a:solidFill>
            <a:srgbClr val="4A8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Next Production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0312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BME280 features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baseline delta and ratio features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10-60 second window features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slope, moving average, max response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uncertain / out-of-distribution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Suggested ESP32-S3 Model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Inputs: 8 scaled MQ voltages + 8 baseline deltas + 8 slope/window features + temperature + humidity + pressure.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Network: Dense 64 ReLU -&gt; Dense 32 ReLU -&gt; Shared Dense 16 ReLU.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Outputs: six-class gas_type, leak_present, four-class severity, ppm_estimate.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Keep float TFLite export until firmware explicitly supports int8 quantized tensors.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Measure tensor arena size and inference time on device before expanding the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Validation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4A8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Report precision, recall, F1, and confusion matrix per gas, not only total accuracy.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Track false alarm rate and missed leak rate; missed leak rate is the key safety metric.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Report leak-present precision/recall and severity confusion matrix.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Report ppm MAE per gas only after calibrated reference_ppm labels exist.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Break metrics down by board, session/day, humidity range, and temperature range.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Firmware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A6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Verify ADC channel order exactly matches MQ135V, MQ2V, MQ3V, MQ4V, MQ7V, MQ5V, MQ6V, MQ8V.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Validate input tensor type, input shape, output count, and output dimensions before trusting inference.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Fail safe on invalid voltages, disconnected sensors, stale readings, ADC saturation, low confidence, or OOD inputs.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Include model version, scaler version, payload version, and board ID in artifacts and reports.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Keep alarm threshold conservative until session/day validation proves reliability.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Versioned LoRa Payload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43560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32 bytes, fits current 64-byte message 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93852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version, gas_type, leak_present, 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3172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4144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44144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gas, leak, and severity confidence scaled x1000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3464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Estimate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944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uint16 ppm proxy now; real ppm later after 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3756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44728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uint32 inference time in microseconds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4048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95020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8 signed int16 MQ millivolt readings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Chamber Hardware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Use a controlled-flow chamber, not a sealed box with manual gas injection.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Recommended early chamber size: 10-30 L clear acrylic or polycarbonate with gasketed lid.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Add clean-air inlet, gas inlet, exhaust outlet, cable glands, mixing fan, and safe ventilation.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Keep solenoids, relays, and switching contacts outside the gas space.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Use regulator plus needle valve, flow meter, or mass flow controller for repeatable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Gas Test Chamber Drawing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Current mechanical concept and required revisions</a:t>
            </a:r>
          </a:p>
        </p:txBody>
      </p:sp>
      <p:pic>
        <p:nvPicPr>
          <p:cNvPr id="5" name="Picture 4" descr="Gas Test Chamber De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623560" cy="39565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166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5166360" cy="438912"/>
          </a:xfrm>
          <a:prstGeom prst="rect">
            <a:avLst/>
          </a:prstGeom>
          <a:solidFill>
            <a:srgbClr val="C9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26464"/>
            <a:ext cx="4709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Revision Priorities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011680"/>
            <a:ext cx="46634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gas inlet, clean-air inlet, exhaust outlet, cable gland, and reference sampling port.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gasket/seal detail around the removable plate.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Add internal low-voltage mixing fan and log fan state.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Replace internal wood with acrylic, aluminum, stainless, or PTFE.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Consider reducing chamber volume from about 60 L to 10-30 L for early tests.</a:t>
            </a:r>
          </a:p>
          <a:p>
            <a:pPr>
              <a:spcAft>
                <a:spcPts val="800"/>
              </a:spcAft>
              <a:defRPr sz="1500">
                <a:solidFill>
                  <a:srgbClr val="122334"/>
                </a:solidFill>
              </a:defRPr>
            </a:pPr>
            <a:r>
              <a:t>Keep solenoids, relays, and switching electronics outside the gas space.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Reference Instruments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7E"/>
                </a:solidFill>
              </a:defRPr>
            </a:pPr>
            <a:r>
              <a:t>CO and H2S require certified instruments, ventilation, gas-rated safety equipment, and supervision.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Butane / LPG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3560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Calibrated LPG or LEL detector; TGS2610 as reference/cross-check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93852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Calibrated LPG or LEL detector; TGS2610 as reference/cross-check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3172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Methane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44144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Calibrated methane or LEL detector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10835640" cy="502920"/>
          </a:xfrm>
          <a:prstGeom prst="rect">
            <a:avLst/>
          </a:prstGeom>
          <a:solidFill>
            <a:srgbClr val="EDF2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944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Calibrated CO detector/logger or CO analyzer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37560"/>
            <a:ext cx="10835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472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4"/>
                </a:solidFill>
              </a:defRPr>
            </a:pPr>
            <a:r>
              <a:t>H2S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44728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22334"/>
                </a:solidFill>
              </a:defRPr>
            </a:pPr>
            <a:r>
              <a:t>Calibrated H2S detector/logger or H2S 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Critical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A6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Random row split can overestimate accuracy because adjacent chamber samples are correlated.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Current ppm_estimate is not real calibrated concentration.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Missing H2S, propane, and CO data blocks production claims for those gases.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Swapped ADC feature order can silently break on-device inference.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False-positive vapors and long-term drift must be tested before deployment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4"/>
                </a:solidFill>
              </a:defRPr>
            </a:pPr>
            <a:r>
              <a:t>Next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09728" cy="4800600"/>
          </a:xfrm>
          <a:prstGeom prst="rect">
            <a:avLst/>
          </a:prstGeom>
          <a:solidFill>
            <a:srgbClr val="147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5156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Finalize chamber dataset schema and operating procedure.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Revise chamber drawing with controlled-flow ports, gasket, fan, cable glands, and safer internal materials.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Build chamber controller/logger for MQ, reference sensor, BME280, valve states, fan state, and chamber state.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Collect LPG-family time-series data first, then expand to methane with calibrated reference hardware.</a:t>
            </a:r>
          </a:p>
          <a:p>
            <a:pPr>
              <a:spcAft>
                <a:spcPts val="1000"/>
              </a:spcAft>
              <a:defRPr sz="1800">
                <a:solidFill>
                  <a:srgbClr val="122334"/>
                </a:solidFill>
              </a:defRPr>
            </a:pPr>
            <a:r>
              <a:t>Integrate the improved four-output model wrapper into firmware after tensor contract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18288"/>
          </a:xfrm>
          <a:prstGeom prst="rect">
            <a:avLst/>
          </a:prstGeom>
          <a:solidFill>
            <a:srgbClr val="D6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7E"/>
                </a:solidFill>
              </a:defRPr>
            </a:pPr>
            <a:r>
              <a:t>Gas Leak Sensor ML Rebuild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